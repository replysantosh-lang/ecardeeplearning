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3BF2-90F1-5FC4-26E4-8998C76EB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75498D-6E73-564E-8AF4-58A32E9EB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6BDE0-3BE3-93B8-4BDA-E3A52BC2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73FEC-F6FD-B4EA-9756-17CAFDED3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320E6-E498-9F24-D732-400824A0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67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2636-01F6-2146-EB92-802D1725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C97CD-47F1-EC37-BE82-AC792555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EFC7B-3FAD-792E-46F6-83AA0FB1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37485-8642-EA93-FBA6-7589EC90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72C53-57B7-7670-1696-C750D124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92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7958-C5CA-19BE-782B-778C3B1FB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9B58-4147-75E5-9658-A5D992125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ED981-78A6-5321-B80C-E6121192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EEC0E-00D4-D949-734E-B5D66C1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DCE0A-362C-5F1F-768A-2DD26826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0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B63A-FB1F-32CA-B6E4-FF5187DA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FCB7-453A-907F-3F11-0AA734843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3F496A-C27B-C872-3708-F4E43493E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BC159-CC16-AA10-F497-72529C83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5F4E4-7B57-1838-4237-53CBA0B1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9822B-74D3-0722-6435-07322865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6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98BB-73D1-67E7-AE91-1BBF5507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DDC61-8A80-8D67-B8EC-7E0D17660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BF9B2-378F-3908-79D3-34029A5E2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54629-CBE8-F5D6-A2C9-59522C067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199DB-0A39-CFB5-FFD8-C62C2A7F0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299612-9E74-2623-0054-753B4DE94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6B243-87D4-1C3F-9182-2F4A2B87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5E554-1FC5-8390-1344-92B7CCA6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7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5D60-944C-022A-4CFE-3DCD760A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FECF3-FFA9-AE8C-AE3F-45C53C81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C861E-6539-F9A4-ED37-749C4079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6D71A-C857-C9F6-CE94-DFDA9945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6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3EF38-2998-53C0-CA0A-17AC7F20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ABC34-025F-88F8-E18C-D1801ADD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6E1DA-9CEF-11AC-764C-4543FA2E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7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9326-B020-AEC2-2D62-28AD428B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D2DBA-FECA-14B3-7306-9017E463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E7C7B-5773-8DDF-2931-C0DD3A6E0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D44C6-6227-B250-0BC7-49EDB4E3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0D1A8-CD4F-4C0B-E3B1-F0CD4C1D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B33B5-F23F-48C7-0D90-37F8289E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46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96C2-5077-BCB4-511F-74617348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CD844-0535-5543-7D58-67B5989A5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B4313-A9FA-DA2F-A37F-18C986E4E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E7CD9-FD3A-3F3C-535F-89FB57EC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00C7B-C59F-81C5-076E-FF4D4126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C36EE-EFD5-5155-CB71-55ED9C12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14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A95F-9214-31D7-12E1-3BD5D7A0A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7767C-B5ED-9818-0624-7331BA87E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9D9F-1203-CAA9-2A01-BD2B655A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4D134-D422-E551-D440-9C2F5BBB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44A99-93C2-9DBC-D0E0-19A24D2A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44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25057-3075-A236-ED9C-5E50EC614F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E7F18-634E-859C-4FFE-8981A5727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2F3AC-7AEC-C285-524F-A6D3CA88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68A0C-3141-1CCA-F057-C78C33E0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A3B11-CE0C-D766-2D28-532489C5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2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FA6C2-EA42-57CD-B5E4-E9241070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9289B-5493-A4CD-D7F8-A5DA5815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77A1-EBA0-DD7C-A739-24837B4A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B7F23-224C-4912-B0F5-5AE7C2C405C1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EB773-F519-F94F-F34B-C743850C4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3B36-FFAE-EA56-B899-1B80664CE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2F980-EDDB-4C96-BB27-0E0F5517E8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76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468D-661F-070A-30D6-42B520615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080075" cy="821456"/>
          </a:xfrm>
        </p:spPr>
        <p:txBody>
          <a:bodyPr>
            <a:normAutofit/>
          </a:bodyPr>
          <a:lstStyle/>
          <a:p>
            <a:r>
              <a:rPr lang="en-IN" sz="4000" dirty="0"/>
              <a:t>Model Performance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5303F3-F5F2-ECF3-3EBA-D2DD7DE34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49736"/>
              </p:ext>
            </p:extLst>
          </p:nvPr>
        </p:nvGraphicFramePr>
        <p:xfrm>
          <a:off x="2156603" y="2204304"/>
          <a:ext cx="6868224" cy="27875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744">
                  <a:extLst>
                    <a:ext uri="{9D8B030D-6E8A-4147-A177-3AD203B41FA5}">
                      <a16:colId xmlns:a16="http://schemas.microsoft.com/office/drawing/2014/main" val="302368807"/>
                    </a:ext>
                  </a:extLst>
                </a:gridCol>
                <a:gridCol w="1055059">
                  <a:extLst>
                    <a:ext uri="{9D8B030D-6E8A-4147-A177-3AD203B41FA5}">
                      <a16:colId xmlns:a16="http://schemas.microsoft.com/office/drawing/2014/main" val="3358434260"/>
                    </a:ext>
                  </a:extLst>
                </a:gridCol>
                <a:gridCol w="1055059">
                  <a:extLst>
                    <a:ext uri="{9D8B030D-6E8A-4147-A177-3AD203B41FA5}">
                      <a16:colId xmlns:a16="http://schemas.microsoft.com/office/drawing/2014/main" val="4201108475"/>
                    </a:ext>
                  </a:extLst>
                </a:gridCol>
                <a:gridCol w="1055059">
                  <a:extLst>
                    <a:ext uri="{9D8B030D-6E8A-4147-A177-3AD203B41FA5}">
                      <a16:colId xmlns:a16="http://schemas.microsoft.com/office/drawing/2014/main" val="295093476"/>
                    </a:ext>
                  </a:extLst>
                </a:gridCol>
                <a:gridCol w="1965303">
                  <a:extLst>
                    <a:ext uri="{9D8B030D-6E8A-4147-A177-3AD203B41FA5}">
                      <a16:colId xmlns:a16="http://schemas.microsoft.com/office/drawing/2014/main" val="4192060783"/>
                    </a:ext>
                  </a:extLst>
                </a:gridCol>
              </a:tblGrid>
              <a:tr h="496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Technique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Train Accuracy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Validation Accuracy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Test Accuracy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Remark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34801231"/>
                  </a:ext>
                </a:extLst>
              </a:tr>
              <a:tr h="2500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Basic CNN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98%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80%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80%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Simple CNN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56768038"/>
                  </a:ext>
                </a:extLst>
              </a:tr>
              <a:tr h="7450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Data Augmentation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82%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82%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82%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CNN + Augmentation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02410474"/>
                  </a:ext>
                </a:extLst>
              </a:tr>
              <a:tr h="4966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Pretrained VGG16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88%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87%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87%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VGG16 + Feature Extraction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05858797"/>
                  </a:ext>
                </a:extLst>
              </a:tr>
              <a:tr h="5489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Feature Extraction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78%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83%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83%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VGG16 +Augmentation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38728429"/>
                  </a:ext>
                </a:extLst>
              </a:tr>
              <a:tr h="2500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Fine Tuning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91%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90%</a:t>
                      </a:r>
                      <a:endParaRPr lang="en-IN" sz="1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89%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VGG16 + Fine-tunning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060321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AE0DE9-B537-2413-8ADA-9F9FCCCB37CA}"/>
              </a:ext>
            </a:extLst>
          </p:cNvPr>
          <p:cNvSpPr txBox="1"/>
          <p:nvPr/>
        </p:nvSpPr>
        <p:spPr>
          <a:xfrm>
            <a:off x="2196860" y="5062524"/>
            <a:ext cx="3697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system-ui"/>
              </a:rPr>
              <a:t>Final Conclusion Best Model</a:t>
            </a:r>
            <a:endParaRPr lang="en-US" b="0" i="0" dirty="0">
              <a:solidFill>
                <a:srgbClr val="FF0000"/>
              </a:solidFill>
              <a:effectLst/>
              <a:latin typeface="system-ui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1. </a:t>
            </a:r>
            <a:r>
              <a:rPr lang="en-US" b="1" i="0" dirty="0">
                <a:solidFill>
                  <a:srgbClr val="00B050"/>
                </a:solidFill>
                <a:effectLst/>
                <a:latin typeface="system-ui"/>
              </a:rPr>
              <a:t>VGG16 + Fine-tuning (91%)</a:t>
            </a:r>
          </a:p>
          <a:p>
            <a:pPr algn="l">
              <a:buNone/>
            </a:pPr>
            <a:r>
              <a:rPr lang="en-US" b="0" i="0" dirty="0">
                <a:effectLst/>
                <a:latin typeface="system-ui"/>
              </a:rPr>
              <a:t>2. </a:t>
            </a:r>
            <a:r>
              <a:rPr lang="en-US" b="1" i="0" dirty="0">
                <a:solidFill>
                  <a:srgbClr val="00B050"/>
                </a:solidFill>
                <a:effectLst/>
                <a:latin typeface="system-ui"/>
              </a:rPr>
              <a:t>VGG16 Feature Extraction (87%)</a:t>
            </a:r>
          </a:p>
        </p:txBody>
      </p:sp>
    </p:spTree>
    <p:extLst>
      <p:ext uri="{BB962C8B-B14F-4D97-AF65-F5344CB8AC3E}">
        <p14:creationId xmlns:p14="http://schemas.microsoft.com/office/powerpoint/2010/main" val="294969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86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system-ui</vt:lpstr>
      <vt:lpstr>Office Theme</vt:lpstr>
      <vt:lpstr>Model Performance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Santosh Singh</dc:creator>
  <cp:lastModifiedBy>Santosh Singh</cp:lastModifiedBy>
  <cp:revision>1</cp:revision>
  <dcterms:created xsi:type="dcterms:W3CDTF">2026-03-27T17:47:59Z</dcterms:created>
  <dcterms:modified xsi:type="dcterms:W3CDTF">2026-03-27T17:55:01Z</dcterms:modified>
</cp:coreProperties>
</file>